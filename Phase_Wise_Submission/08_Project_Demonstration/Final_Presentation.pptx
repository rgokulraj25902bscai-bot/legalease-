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640080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LegalEase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8BDF8"/>
                </a:solidFill>
              </a:defRPr>
            </a:pPr>
            <a:r>
              <a:t>AI-Powered Legal Document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Internship / Academic Project  •  FastAPI (8000) + Streamlit (8501) + Gemini (google-genai)  •  Demo mode + live fallback  •  63 tests, 17 screenshots, 2 videos  •  24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LegalEase  •  FastAPI :8000  •  Streamlit :8501  •  Demo mode with live Gemini fallback  •  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640080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Problem —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Freelancers, small firms &amp; landlords need written contracts but copying random templates is risky (wrong jurisdiction, invented numbers)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Verbal deals → unpaid invoices, scope creep, unenforceable promises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 freelance/NDA/lease is mostly boilerplate + specific terms — ideal for a constrained LLM + offline fallback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Goal: one form → numbered, editable template with disclaimer, always works (demo mode)</a:t>
            </a:r>
          </a:p>
        </p:txBody>
      </p:sp>
      <p:pic>
        <p:nvPicPr>
          <p:cNvPr id="5" name="Picture 4" descr="01_home_ini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2120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669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4A3B8"/>
                </a:solidFill>
              </a:defRPr>
            </a:pPr>
            <a:r>
              <a:t>Home — demo badge, pre-filled sample, never empty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LegalEase — AI-generated templates, not legal advice — have a lawyer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640080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Solution — What LegalEase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One catalogue in doc_types.py drives prompt, demo generator and validation — live and demo never drift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FastAPI validates (Pydantic), calls Gemini (gemini-2.5-flash via GEMINI_MODEL, temp 0.25) or demo, validates, falls back with a notice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Streamlit: dark, centered logo, pre-filled, scrollable preview, edit-in-place, TXT/DOCX/PDF from edited text (bug fixed)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Health at /health shows mode/model; Swagger at /docs; ports 8000/8501 exactly as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LegalEase — AI-generated templates, not legal advice — have a lawyer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640080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Architecture — Two services, one parser, one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config.py is the single knob: GEMINI_MODEL / FLASH / PRO, demo detection, ports, disclaimer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ai_core/structure parses both Gemini and demo identically → exports tested once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Exports: TXT UTF-8, DOCX (Times New Roman, table, logo, footer), PDF (fpdf2+DejaVu, header/footer every page)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No DB — stateless, no persistence, .env.example empty, .gitignore excludes .env</a:t>
            </a:r>
          </a:p>
        </p:txBody>
      </p:sp>
      <p:pic>
        <p:nvPicPr>
          <p:cNvPr id="5" name="Picture 4" descr="0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2120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669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4A3B8"/>
                </a:solidFill>
              </a:defRPr>
            </a:pPr>
            <a:r>
              <a:t>Architecture: Streamlit ↔ FastAPI ↔ Gemini/Demo → Parser → Exports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LegalEase — AI-generated templates, not legal advice — have a lawyer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640080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Python 3.13, FastAPI 0.115 + Uvicorn, Pydantic 2.11, google-genai 1.19 (gemini-2.5-flash default)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python-docx, fpdf2 (+ DejaVuSans for —, “”, •, ₹), Pillow (logos), Streamlit 1.49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pytest 63 + httpx TestClient, Playwright 1.54 (chromium), ffmpeg + libass, LibreOffice/pymupdf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python-docx / openpyxl / python-pptx / matplotlib for phase 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LegalEase — AI-generated templates, not legal advice — have a lawyer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640080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Features — 3 scenarios you will see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1. Freelance Work Contract — Jane Doe (Service Provider) + TechNova Inc. (Client), 7 terms → 9 sections + Signatures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2. NDA — Purpose, Definition, Exclusions, Obligations, Term; same parser, different sections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3. Residential Lease — R. Kumar / S. Priya, Premises, Rent Rs.28k, Deposit, Term; rent inference demo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4. Edit → Downloads use edited text (spec bug fixed) — live preview + TXT/DOCX/PDF with disclaimer</a:t>
            </a:r>
          </a:p>
        </p:txBody>
      </p:sp>
      <p:pic>
        <p:nvPicPr>
          <p:cNvPr id="5" name="Picture 4" descr="02_freelance_gener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2120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669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4A3B8"/>
                </a:solidFill>
              </a:defRPr>
            </a:pPr>
            <a:r>
              <a:t>Freelance preview — scrollable HTML with numbered clauses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LegalEase — AI-generated templates, not legal advice — have a lawyer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640080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Live Demo — What to click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Quick samples in sidebar: Freelance → Generate (demo mode banner) → scroll preview → Edit → Downloads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NDA → Generate → Lease → Generate (same form, different sections — catalogue drives it)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Health &amp; Swagger: GET /health (mode/demo/model) and /docs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If Gemini 429 during live, fallback banner appears — it is a feature (allow_fallback=1)</a:t>
            </a:r>
          </a:p>
        </p:txBody>
      </p:sp>
      <p:pic>
        <p:nvPicPr>
          <p:cNvPr id="5" name="Picture 4" descr="06_downlo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2120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669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4A3B8"/>
                </a:solidFill>
              </a:defRPr>
            </a:pPr>
            <a:r>
              <a:t>Downloads use edited text — TXT/DOCX/PDF from the textarea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LegalEase — AI-generated templates, not legal advice — have a lawyer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640080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Testing — 63 tests, zero mocks for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pytest: 63 passed (test_models 17 + test_structure 7 + test_generator 10 + test_exports 11 + test_api 18)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24 cases in Test_Cases.xlsx + Traceability matrix (FR→TC); bugs found &amp; fixed (5)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Edge: empty, duplicate parties, single party, long, unicode, backend down (friendly banner), fallback 429→demo and 503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Evidence: docs/evidence/pytest_output.log is verbatim; numbers in docs match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LegalEase — AI-generated templates, not legal advice — have a lawyer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640080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Challenges &amp; How We Solved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1.5 model IDs 404 → env vars with 2.5 defaults (config single source)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Streamlit selectors flaky (two 'Generate' texts) → data-testid + force clicks (17 screenshots)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PDF unicode crash → DejaVuSans.ttf, italic fallback (— “ ” ₹ café now safe)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DOCX→PNG headless → PIL fallback ensures preview always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Video must be 3 min wall-clock → padded Playwright waits + ffmpeg slideshow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LegalEase — AI-generated templates, not legal advice — have a lawyer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640080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Clause-level risk review (prompt built, UI hook next)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Saved drafts + auth (needs DB)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Multilingual prompts, DOCX track-changes, PDF signatures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Upload → analyse existing contracts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Production: tighten CORS, rate-limit, structured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4A3B8"/>
                </a:solidFill>
              </a:defRPr>
            </a:pPr>
            <a:r>
              <a:t>LegalEase — AI-generated templates, not legal advice — have a lawyer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640080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645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LegalEase delivers a usable, editable first draft in seconds, works without a key, never crashes on API failure, exports from the edited text, handles unicode, and proves it with 63 tests, 17 live screenshots and two MP4s. It is templates, not legal advice — and it says so on every page.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8BDF8"/>
                </a:solidFill>
              </a:defRPr>
            </a:pPr>
            <a:r>
              <a:t>Thank you  —  Questions?  (Viva_Questions.docx has 25 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